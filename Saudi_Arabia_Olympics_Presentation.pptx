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Saudi Arabia Olympics</a:t>
            </a:r>
          </a:p>
          <a:p>
            <a:r>
              <a:t>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Comprehensive Platform for Managing Academic &amp; Sporting Events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Complete digital platform for managing Saudi Arabia Olympics competitions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Handles registration, scheduling, draws, results, payments, and certificates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Supports two user roles: Super Admin &amp; Entity Admin (schools)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Fully responsive design with modern UI/UX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Built with React, TypeScript, Tailwind CSS, and Supabase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Problems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76D2"/>
                </a:solidFill>
              </a:defRPr>
            </a:pPr>
            <a:r>
              <a:t>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12121"/>
                </a:solidFill>
              </a:defRPr>
            </a:pPr>
            <a:r>
              <a:t>  Manual competition management</a:t>
            </a:r>
          </a:p>
          <a:p>
            <a:pPr>
              <a:defRPr sz="1500">
                <a:solidFill>
                  <a:srgbClr val="212121"/>
                </a:solidFill>
              </a:defRPr>
            </a:pPr>
            <a:r>
              <a:t>  No centralized registration</a:t>
            </a:r>
          </a:p>
          <a:p>
            <a:pPr>
              <a:defRPr sz="1500">
                <a:solidFill>
                  <a:srgbClr val="212121"/>
                </a:solidFill>
              </a:defRPr>
            </a:pPr>
            <a:r>
              <a:t>  Difficulty tracking events</a:t>
            </a:r>
          </a:p>
          <a:p>
            <a:pPr>
              <a:defRPr sz="1500">
                <a:solidFill>
                  <a:srgbClr val="212121"/>
                </a:solidFill>
              </a:defRPr>
            </a:pPr>
            <a:r>
              <a:t>  Complex payment tracking</a:t>
            </a:r>
          </a:p>
          <a:p>
            <a:pPr>
              <a:defRPr sz="1500">
                <a:solidFill>
                  <a:srgbClr val="212121"/>
                </a:solidFill>
              </a:defRPr>
            </a:pPr>
            <a:r>
              <a:t>  Language barriers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76D2"/>
                </a:solidFill>
              </a:defRPr>
            </a:pPr>
            <a:r>
              <a:t>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46304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12121"/>
                </a:solidFill>
              </a:defRPr>
            </a:pPr>
            <a:r>
              <a:t>  Automated dashboard</a:t>
            </a:r>
          </a:p>
          <a:p>
            <a:pPr>
              <a:defRPr sz="1500">
                <a:solidFill>
                  <a:srgbClr val="212121"/>
                </a:solidFill>
              </a:defRPr>
            </a:pPr>
            <a:r>
              <a:t>  Unified workflow</a:t>
            </a:r>
          </a:p>
          <a:p>
            <a:pPr>
              <a:defRPr sz="1500">
                <a:solidFill>
                  <a:srgbClr val="212121"/>
                </a:solidFill>
              </a:defRPr>
            </a:pPr>
            <a:r>
              <a:t>  Real-time tracking</a:t>
            </a:r>
          </a:p>
          <a:p>
            <a:pPr>
              <a:defRPr sz="1500">
                <a:solidFill>
                  <a:srgbClr val="212121"/>
                </a:solidFill>
              </a:defRPr>
            </a:pPr>
            <a:r>
              <a:t>  Integrated payments</a:t>
            </a:r>
          </a:p>
          <a:p>
            <a:pPr>
              <a:defRPr sz="1500">
                <a:solidFill>
                  <a:srgbClr val="212121"/>
                </a:solidFill>
              </a:defRPr>
            </a:pPr>
            <a:r>
              <a:t>  Bilingual (Arabic RTL/LTR)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Entity Management: Register, approve, and manage institutions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Competition Management: Create and manage academic &amp; sporting events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Participant Management: Register students with profiles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Tournament Draws: Automatic bracket generation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Payment Processing: Track payments with multiple methods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Results Management: Publish results and generate certificates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Notifications: Send announcements to entities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76D2"/>
                </a:solidFill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12121"/>
                </a:solidFill>
              </a:defRPr>
            </a:pPr>
            <a:r>
              <a:t>  React 18 + TypeScript</a:t>
            </a:r>
          </a:p>
          <a:p>
            <a:pPr>
              <a:defRPr sz="1500">
                <a:solidFill>
                  <a:srgbClr val="212121"/>
                </a:solidFill>
              </a:defRPr>
            </a:pPr>
            <a:r>
              <a:t>  Tailwind CSS</a:t>
            </a:r>
          </a:p>
          <a:p>
            <a:pPr>
              <a:defRPr sz="1500">
                <a:solidFill>
                  <a:srgbClr val="212121"/>
                </a:solidFill>
              </a:defRPr>
            </a:pPr>
            <a:r>
              <a:t>  React Router</a:t>
            </a:r>
          </a:p>
          <a:p>
            <a:pPr>
              <a:defRPr sz="1500">
                <a:solidFill>
                  <a:srgbClr val="212121"/>
                </a:solidFill>
              </a:defRPr>
            </a:pPr>
            <a:r>
              <a:t>  Lucide React icons</a:t>
            </a:r>
          </a:p>
          <a:p>
            <a:pPr>
              <a:defRPr sz="1500">
                <a:solidFill>
                  <a:srgbClr val="212121"/>
                </a:solidFill>
              </a:defRPr>
            </a:pPr>
            <a:r>
              <a:t>  html2canvas &amp; jsPDF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76D2"/>
                </a:solidFill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46304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12121"/>
                </a:solidFill>
              </a:defRPr>
            </a:pPr>
            <a:r>
              <a:t>  Supabase (PostgreSQL)</a:t>
            </a:r>
          </a:p>
          <a:p>
            <a:pPr>
              <a:defRPr sz="1500">
                <a:solidFill>
                  <a:srgbClr val="212121"/>
                </a:solidFill>
              </a:defRPr>
            </a:pPr>
            <a:r>
              <a:t>  Row Level Security</a:t>
            </a:r>
          </a:p>
          <a:p>
            <a:pPr>
              <a:defRPr sz="1500">
                <a:solidFill>
                  <a:srgbClr val="212121"/>
                </a:solidFill>
              </a:defRPr>
            </a:pPr>
            <a:r>
              <a:t>  Authentication</a:t>
            </a:r>
          </a:p>
          <a:p>
            <a:pPr>
              <a:defRPr sz="1500">
                <a:solidFill>
                  <a:srgbClr val="212121"/>
                </a:solidFill>
              </a:defRPr>
            </a:pPr>
            <a:r>
              <a:t>  Real-time Sync</a:t>
            </a:r>
          </a:p>
          <a:p>
            <a:pPr>
              <a:defRPr sz="1500">
                <a:solidFill>
                  <a:srgbClr val="212121"/>
                </a:solidFill>
              </a:defRPr>
            </a:pPr>
            <a:r>
              <a:t>  Scalable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Super Admin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Overview: Key metrics (entities, participants, competitions, revenue)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Entity Management: Approve/reject registrations with review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Competition Management: Create and manage all competitions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Draw Management: Generate tournament brackets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Payment Monitoring: Track revenue and payments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Results Management: Publish results and certificates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Schedule &amp; Notifications: Manage events and announcements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School Admin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Overview: Quick stats on competitions and status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Event Selection: Browse and register for competitions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Participant Management: Add and manage students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Payment Processing: Secure payment completion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Results &amp; Achievements: View results and certificates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Tournament Draws: View bracket assignments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Profile Settings: Manage school information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Multi-lingual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76D2"/>
                </a:solidFill>
              </a:defRPr>
            </a:pPr>
            <a:r>
              <a:t>Languages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12121"/>
                </a:solidFill>
              </a:defRPr>
            </a:pPr>
            <a:r>
              <a:t>  Complete English</a:t>
            </a:r>
          </a:p>
          <a:p>
            <a:pPr>
              <a:defRPr sz="1500">
                <a:solidFill>
                  <a:srgbClr val="212121"/>
                </a:solidFill>
              </a:defRPr>
            </a:pPr>
            <a:r>
              <a:t>  Full Arabic</a:t>
            </a:r>
          </a:p>
          <a:p>
            <a:pPr>
              <a:defRPr sz="1500">
                <a:solidFill>
                  <a:srgbClr val="212121"/>
                </a:solidFill>
              </a:defRPr>
            </a:pPr>
            <a:r>
              <a:t>  Language switcher</a:t>
            </a:r>
          </a:p>
          <a:p>
            <a:pPr>
              <a:defRPr sz="1500">
                <a:solidFill>
                  <a:srgbClr val="212121"/>
                </a:solidFill>
              </a:defRPr>
            </a:pPr>
            <a:r>
              <a:t>  Persistent preference</a:t>
            </a:r>
          </a:p>
          <a:p>
            <a:pPr>
              <a:defRPr sz="1500">
                <a:solidFill>
                  <a:srgbClr val="212121"/>
                </a:solidFill>
              </a:defRPr>
            </a:pPr>
            <a:r>
              <a:t>  500+ translations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76D2"/>
                </a:solidFill>
              </a:defRPr>
            </a:pPr>
            <a:r>
              <a:t>RTL/LTR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46304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12121"/>
                </a:solidFill>
              </a:defRPr>
            </a:pPr>
            <a:r>
              <a:t>  RTL for Arabic</a:t>
            </a:r>
          </a:p>
          <a:p>
            <a:pPr>
              <a:defRPr sz="1500">
                <a:solidFill>
                  <a:srgbClr val="212121"/>
                </a:solidFill>
              </a:defRPr>
            </a:pPr>
            <a:r>
              <a:t>  LTR for English</a:t>
            </a:r>
          </a:p>
          <a:p>
            <a:pPr>
              <a:defRPr sz="1500">
                <a:solidFill>
                  <a:srgbClr val="212121"/>
                </a:solidFill>
              </a:defRPr>
            </a:pPr>
            <a:r>
              <a:t>  Dynamic icons</a:t>
            </a:r>
          </a:p>
          <a:p>
            <a:pPr>
              <a:defRPr sz="1500">
                <a:solidFill>
                  <a:srgbClr val="212121"/>
                </a:solidFill>
              </a:defRPr>
            </a:pPr>
            <a:r>
              <a:t>  Adaptive layouts</a:t>
            </a:r>
          </a:p>
          <a:p>
            <a:pPr>
              <a:defRPr sz="1500">
                <a:solidFill>
                  <a:srgbClr val="212121"/>
                </a:solidFill>
              </a:defRPr>
            </a:pPr>
            <a:r>
              <a:t>  Auto direction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Implementation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Security: Row Level Security with granular access control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Certificates: Automated PDF generation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Real-time: Live notifications and updates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Export: Data export in multiple formats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Responsive: Works on all devices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UX: Intuitive interfaces with clear workflows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Next Steps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Database: Deploy to production Supabase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Payments: Integrate payment gateways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Testing: Comprehensive QA across devices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Training: User training for admins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Launch: Phased rollout with pilot institutions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>
                <a:solidFill>
                  <a:srgbClr val="212121"/>
                </a:solidFill>
              </a:defRPr>
            </a:pPr>
            <a:r>
              <a:t>  Support: Technical support and maintenance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